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Relationship Id="rId15" Type="http://schemas.openxmlformats.org/officeDocument/2006/relationships/image" Target="../media/image1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324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0"/>
            <a:ext cx="23749000" cy="1324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324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32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7000"/>
            <a:ext cx="23749000" cy="132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3246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3246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3246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32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333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